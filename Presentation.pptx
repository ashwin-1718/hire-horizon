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64" r:id="rId7"/>
  </p:sldIdLst>
  <p:sldSz cx="14630400" cy="8229600"/>
  <p:notesSz cx="8229600" cy="146304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40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57594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100"/>
              </a:lnSpc>
              <a:buNone/>
            </a:pPr>
            <a:r>
              <a:rPr lang="en-US" sz="4900" b="1" kern="0" spc="-98" dirty="0">
                <a:solidFill>
                  <a:srgbClr val="F95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NextGenJobs: A Modern Job Portal Built with React</a:t>
            </a:r>
            <a:endParaRPr lang="en-US" sz="4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5569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Transforming Career Opportunities with Style and Interactivity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876" y="5324594"/>
            <a:ext cx="120729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93790" y="4985802"/>
            <a:ext cx="229897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 Bold" pitchFamily="34" charset="-120"/>
              </a:rPr>
              <a:t>by Ashwin Yadav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814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3443764"/>
            <a:ext cx="5899071" cy="73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00"/>
              </a:lnSpc>
              <a:buNone/>
            </a:pPr>
            <a:r>
              <a:rPr lang="en-US" sz="4600" b="1" kern="0" spc="-93" dirty="0">
                <a:solidFill>
                  <a:srgbClr val="F95F88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Key Components</a:t>
            </a:r>
            <a:endParaRPr lang="en-US" sz="4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89" y="4502825"/>
            <a:ext cx="536258" cy="5362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689" y="5253514"/>
            <a:ext cx="294953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kern="0" spc="-4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Header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0689" y="5750838"/>
            <a:ext cx="3040975" cy="171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Full-screen image background (100vh desktop, 40vh mobile), company logos, bold call-to-action ("Search, Apply &amp; Get Your Dream Job").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371" y="4502825"/>
            <a:ext cx="536258" cy="5362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3371" y="5253514"/>
            <a:ext cx="294953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kern="0" spc="-4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Steps Section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113371" y="5750838"/>
            <a:ext cx="3040975" cy="1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Four animated cards (fade-in, pulse icons) guiding users through the job search process.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053" y="4502825"/>
            <a:ext cx="536258" cy="5362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76053" y="5253514"/>
            <a:ext cx="294953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kern="0" spc="-4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Video Section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476053" y="5750838"/>
            <a:ext cx="3040975" cy="171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Scroll-triggered video playback (BMW.mp4), styled with a glowing, color-changing box-shadow (cyan, pink, purple cycle).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8736" y="4502825"/>
            <a:ext cx="536258" cy="5362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8736" y="5253514"/>
            <a:ext cx="294953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kern="0" spc="-4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Navbar &amp; Footer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0838736" y="5750838"/>
            <a:ext cx="3040975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kern="0" spc="-34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Gradient design, smooth scroll navigation.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AC7F4-241D-C0E3-6B84-7386C6A7D0AB}"/>
              </a:ext>
            </a:extLst>
          </p:cNvPr>
          <p:cNvSpPr/>
          <p:nvPr/>
        </p:nvSpPr>
        <p:spPr>
          <a:xfrm>
            <a:off x="12639675" y="7722036"/>
            <a:ext cx="1990725" cy="507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91057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100"/>
              </a:lnSpc>
              <a:buNone/>
            </a:pPr>
            <a:r>
              <a:rPr lang="en-US" sz="4900" b="1" kern="0" spc="-98" dirty="0">
                <a:solidFill>
                  <a:srgbClr val="F95F88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Interactivity Features</a:t>
            </a:r>
            <a:endParaRPr lang="en-US" sz="4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10839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605825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Scroll-triggered video playback with audio support (Intersection Observer).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810839"/>
            <a:ext cx="4347567" cy="90725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68171" y="605825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Hover effects: Button ripple, card lift and scale.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810839"/>
            <a:ext cx="4347567" cy="90725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15738" y="605825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Potential: Functional search bar and job listings (mockup suggested).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3F01EF-7376-A194-1513-0927042ADA6B}"/>
              </a:ext>
            </a:extLst>
          </p:cNvPr>
          <p:cNvSpPr/>
          <p:nvPr/>
        </p:nvSpPr>
        <p:spPr>
          <a:xfrm>
            <a:off x="12639675" y="7722036"/>
            <a:ext cx="1990725" cy="507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50526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100"/>
              </a:lnSpc>
              <a:buNone/>
            </a:pPr>
            <a:r>
              <a:rPr lang="en-US" sz="4900" b="1" kern="0" spc="-98" dirty="0">
                <a:solidFill>
                  <a:srgbClr val="F95F88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Realism &amp; Future Enhancements</a:t>
            </a:r>
            <a:endParaRPr lang="en-US" sz="4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605111" y="3249930"/>
            <a:ext cx="30480" cy="3629025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3744992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35050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3913" y="3573066"/>
            <a:ext cx="15275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kern="0" spc="-5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7867888" y="3476744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Current: Static job steps and video showcase.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45022" y="478833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0" name="Shape 7"/>
          <p:cNvSpPr/>
          <p:nvPr/>
        </p:nvSpPr>
        <p:spPr>
          <a:xfrm>
            <a:off x="6365200" y="45484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7958" y="4616410"/>
            <a:ext cx="20478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kern="0" spc="-5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867888" y="4520089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Planned: Job search bar, dynamic job listings, application modal, smooth scroll links.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45022" y="619458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4" name="Shape 11"/>
          <p:cNvSpPr/>
          <p:nvPr/>
        </p:nvSpPr>
        <p:spPr>
          <a:xfrm>
            <a:off x="6365200" y="59546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8077" y="6022658"/>
            <a:ext cx="204430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kern="0" spc="-5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7867888" y="5926336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Vision: "A fully functional job platform with real-time job postings and user accounts."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B5F756-CB67-1DE9-C07C-E828BC436FE1}"/>
              </a:ext>
            </a:extLst>
          </p:cNvPr>
          <p:cNvSpPr/>
          <p:nvPr/>
        </p:nvSpPr>
        <p:spPr>
          <a:xfrm>
            <a:off x="12639675" y="7722036"/>
            <a:ext cx="1990725" cy="507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0334" y="605790"/>
            <a:ext cx="6151840" cy="7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950"/>
              </a:lnSpc>
              <a:buNone/>
            </a:pPr>
            <a:r>
              <a:rPr lang="en-US" sz="4750" b="1" kern="0" spc="-95" dirty="0">
                <a:solidFill>
                  <a:srgbClr val="F95F88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Challenges &amp; Solutions</a:t>
            </a:r>
            <a:endParaRPr lang="en-US" sz="4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0334" y="1692473"/>
            <a:ext cx="7603331" cy="1317784"/>
          </a:xfrm>
          <a:prstGeom prst="roundRect">
            <a:avLst>
              <a:gd name="adj" fmla="val 7015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7982" y="1920121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350" b="1" kern="0" spc="-48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Challenge</a:t>
            </a:r>
            <a:endParaRPr lang="en-US" sz="2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7982" y="2430423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Video audio blocked by browsers.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70334" y="3230285"/>
            <a:ext cx="7603331" cy="1317784"/>
          </a:xfrm>
          <a:prstGeom prst="roundRect">
            <a:avLst>
              <a:gd name="adj" fmla="val 7015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7982" y="3457932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350" b="1" kern="0" spc="-48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Solution</a:t>
            </a:r>
            <a:endParaRPr lang="en-US" sz="2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7982" y="3968234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Added controls and manual play option.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0334" y="4768096"/>
            <a:ext cx="7603331" cy="1317784"/>
          </a:xfrm>
          <a:prstGeom prst="roundRect">
            <a:avLst>
              <a:gd name="adj" fmla="val 7015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7982" y="4995743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350" b="1" kern="0" spc="-48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Challenge</a:t>
            </a:r>
            <a:endParaRPr lang="en-US" sz="2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97982" y="5506045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Responsive sizing.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70334" y="6305907"/>
            <a:ext cx="7603331" cy="1317784"/>
          </a:xfrm>
          <a:prstGeom prst="roundRect">
            <a:avLst>
              <a:gd name="adj" fmla="val 7015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7982" y="6533555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2350" b="1" kern="0" spc="-48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Solution</a:t>
            </a:r>
            <a:endParaRPr lang="en-US" sz="2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7982" y="7043857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Tailored heights (100vh desktop, 40vh mobile) with media queries.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91947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100"/>
              </a:lnSpc>
              <a:buNone/>
            </a:pPr>
            <a:r>
              <a:rPr lang="en-US" sz="4900" b="1" kern="0" spc="-98" dirty="0">
                <a:solidFill>
                  <a:srgbClr val="F95F88"/>
                </a:solidFill>
                <a:latin typeface="Cambria" panose="02040503050406030204" pitchFamily="18" charset="0"/>
                <a:ea typeface="Cambria" panose="02040503050406030204" pitchFamily="18" charset="0"/>
                <a:cs typeface="Petrona Bold" pitchFamily="34" charset="-120"/>
              </a:rPr>
              <a:t>Conclusion</a:t>
            </a:r>
            <a:endParaRPr lang="en-US" sz="4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31172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NextGenJobs combines modern design with interactivity, poised to become a leading job portal.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243</Words>
  <Application>Microsoft Office PowerPoint</Application>
  <PresentationFormat>Custom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Petrona Bold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Ashwin Yadav</cp:lastModifiedBy>
  <cp:revision>7</cp:revision>
  <dcterms:created xsi:type="dcterms:W3CDTF">2025-02-25T04:29:26Z</dcterms:created>
  <dcterms:modified xsi:type="dcterms:W3CDTF">2025-02-26T13:57:08Z</dcterms:modified>
</cp:coreProperties>
</file>